
<file path=[Content_Types].xml><?xml version="1.0" encoding="utf-8"?>
<Types xmlns="http://schemas.openxmlformats.org/package/2006/content-types">
  <Default Extension="png" ContentType="image/png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S1"/>
    <p:sldId id="257" r:id="rIdS2"/>
    <p:sldId id="258" r:id="rIdS3"/>
    <p:sldId id="259" r:id="rIdS4"/>
    <p:sldId id="260" r:id="rIdS5"/>
    <p:sldId id="261" r:id="rIdS6"/>
    <p:sldId id="262" r:id="rIdS7"/>
    <p:sldId id="263" r:id="rIdS8"/>
  </p:sldIdLst>
  <p:extLst>
    <p:ext uri="{521415D9-36F7-43E2-AB2F-B90AF26B5E84}">
      <p14:sectionLst xmlns:p14="http://schemas.microsoft.com/office/powerpoint/2010/main">
        <p14:section name="Cooldown" id="{Cooldown}">
          <p14:sldIdLst>
            <p14:sldId id="256"/>
            <p14:sldId id="257"/>
            <p14:sldId id="258"/>
          </p14:sldIdLst>
        </p14:section>
        <p14:section name="Calibration" id="{Calibration}">
          <p14:sldIdLst>
            <p14:sldId id="259"/>
            <p14:sldId id="260"/>
            <p14:sldId id="261"/>
          </p14:sldIdLst>
        </p14:section>
        <p14:section name="Analysis" id="{Analysis}">
          <p14:sldIdLst>
            <p14:sldId id="262"/>
            <p14:sldId id="263"/>
          </p14:sldIdLst>
        </p14:section>
      </p14:sectionLst>
    </p:ext>
  </p:extLst>
</p:presentation>
</file>

<file path=ppt/_rels/presentation.xml.rels><?xml version="1.0" encoding="UTF-8"?><Relationships xmlns="http://schemas.openxmlformats.org/package/2006/relationships"><Relationship Id="rIdS1" Type="http://schemas.openxmlformats.org/officeDocument/2006/relationships/slide" Target="slides/slide1.xml"/><Relationship Id="rIdS2" Type="http://schemas.openxmlformats.org/officeDocument/2006/relationships/slide" Target="slides/slide2.xml"/><Relationship Id="rIdS3" Type="http://schemas.openxmlformats.org/officeDocument/2006/relationships/slide" Target="slides/slide3.xml"/><Relationship Id="rIdS4" Type="http://schemas.openxmlformats.org/officeDocument/2006/relationships/slide" Target="slides/slide4.xml"/><Relationship Id="rIdS5" Type="http://schemas.openxmlformats.org/officeDocument/2006/relationships/slide" Target="slides/slide5.xml"/><Relationship Id="rIdS6" Type="http://schemas.openxmlformats.org/officeDocument/2006/relationships/slide" Target="slides/slide6.xml"/><Relationship Id="rIdS7" Type="http://schemas.openxmlformats.org/officeDocument/2006/relationships/slide" Target="slides/slide7.xml"/><Relationship Id="rIdS8" Type="http://schemas.openxmlformats.org/officeDocument/2006/relationships/slide" Target="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Notes"/>
          <p:cNvSpPr/>
          <p:nvPr>
            <p:ph type="body" idx="1"/>
          </p:nvPr>
        </p:nvSpPr>
        <p:txBody>
          <a:bodyPr/>
          <a:p>
            <a:r>
              <a:rPr lang="en-US"/>
              <a:t>Mention the pump schedule</a:t>
            </a:r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Notes"/>
          <p:cNvSpPr/>
          <p:nvPr>
            <p:ph type="body" idx="1"/>
          </p:nvPr>
        </p:nvSpPr>
        <p:txBody>
          <a:bodyPr/>
          <a:p>
            <a:r>
              <a:rPr lang="en-US"/>
              <a:t>Thank the beam team</a:t>
            </a:r>
          </a:p>
        </p:txBody>
      </p:sp>
    </p:spTree>
  </p:cSld>
</p:note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>
    <p:spTree/>
  </p:cSld>
</p:sldLayout>
</file>

<file path=ppt/slides/_rels/slide1.xml.rels><?xml version="1.0" encoding="UTF-8"?><Relationships xmlns="http://schemas.openxmlformats.org/package/2006/relationships"><Relationship Id="rIdL" Type="http://schemas.openxmlformats.org/officeDocument/2006/relationships/slideLayout" Target="../slideLayouts/slideLayout1.xml"/><Relationship Id="rIdN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L" Type="http://schemas.openxmlformats.org/officeDocument/2006/relationships/slideLayout" Target="../slideLayouts/slideLayout1.xml"/><Relationship Id="rIdImg" Type="http://schemas.openxmlformats.org/officeDocument/2006/relationships/image" Target="../media/image1.png"/></Relationships>
</file>

<file path=ppt/slides/_rels/slide3.xml.rels><?xml version="1.0" encoding="UTF-8"?><Relationships xmlns="http://schemas.openxmlformats.org/package/2006/relationships"><Relationship Id="rIdL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L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L" Type="http://schemas.openxmlformats.org/officeDocument/2006/relationships/slideLayout" Target="../slideLayouts/slideLayout1.xml"/><Relationship Id="rIdImg" Type="http://schemas.openxmlformats.org/officeDocument/2006/relationships/image" Target="../media/image1.png"/></Relationships>
</file>

<file path=ppt/slides/_rels/slide6.xml.rels><?xml version="1.0" encoding="UTF-8"?><Relationships xmlns="http://schemas.openxmlformats.org/package/2006/relationships"><Relationship Id="rIdL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L" Type="http://schemas.openxmlformats.org/officeDocument/2006/relationships/slideLayout" Target="../slideLayouts/slideLayout1.xml"/><Relationship Id="rIdN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L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txBody>
          <a:bodyPr/>
          <a:p>
            <a:r>
              <a:rPr lang="en-US"/>
              <a:t>Cooldown overview</a:t>
            </a:r>
          </a:p>
        </p:txBody>
      </p:sp>
      <p:sp>
        <p:nvSpPr>
          <p:cNvPr id="3" name="Content"/>
          <p:cNvSpPr/>
          <p:nvPr>
            <p:ph idx="1"/>
          </p:nvPr>
        </p:nvSpPr>
        <p:txBody>
          <a:bodyPr/>
          <a:p>
            <a:r>
              <a:rPr lang="en-US"/>
              <a:t>Started 2024-03-12</a:t>
            </a:r>
          </a:p>
          <a:p>
            <a:r>
              <a:rPr lang="en-US"/>
              <a:t>Cryostat reached </a:t>
            </a:r>
            <a:r>
              <a:rPr lang="en-US" b="1"/>
              <a:t>4.1 K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txBody>
          <a:bodyPr/>
          <a:p>
            <a:r>
              <a:rPr lang="en-US"/>
              <a:t>Cooldown curve</a:t>
            </a:r>
          </a:p>
        </p:txBody>
      </p:sp>
      <p:pic>
        <p:nvPicPr>
          <p:cNvPr id="5" name="Picture"/>
          <p:cNvPicPr/>
          <p:nvPr/>
        </p:nvPicPr>
        <p:blipFill>
          <a:blip r:embed="rIdImg"/>
        </p:blipFill>
        <p:spPr/>
      </p:pic>
      <p:sp>
        <p:nvSpPr>
          <p:cNvPr id="4" name="TextBox"/>
          <p:cNvSpPr txBox="1"/>
          <p:nvPr/>
        </p:nvSpPr>
        <p:txBody>
          <a:bodyPr/>
          <a:p>
            <a:r>
              <a:rPr lang="en-US"/>
              <a:t>Curve from run 4512</a:t>
            </a:r>
          </a:p>
        </p:txBody>
      </p:sp>
    </p:spTree>
  </p:cSld>
  <p:timing>
    <p:tnLst/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"/>
          <p:cNvSpPr txBox="1"/>
          <p:nvPr/>
        </p:nvSpPr>
        <p:txBody>
          <a:bodyPr/>
          <a:p>
            <a:r>
              <a:rPr lang="en-US"/>
              <a:t>Loose notes, 14 Mar 2024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txBody>
          <a:bodyPr/>
          <a:p>
            <a:r>
              <a:rPr lang="en-US"/>
              <a:t>Calibration results</a:t>
            </a:r>
          </a:p>
        </p:txBody>
      </p:sp>
      <p:graphicFrame>
        <p:nvGraphicFramePr>
          <p:cNvPr id="6" name="Table"/>
          <p:cNvGraphicFramePr/>
          <p:nvPr/>
        </p:nvGraphicFramePr>
        <a:graphic>
          <a:graphicData uri="http://schemas.openxmlformats.org/drawingml/2006/table">
            <a:tbl>
              <a:tr>
                <a:tc>
                  <a:txBody>
                    <a:bodyPr/>
                    <a:p>
                      <a:r>
                        <a:rPr lang="en-US"/>
                        <a:t>Channel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Gain</a:t>
                      </a:r>
                    </a:p>
                  </a:txBody>
                </a:tc>
              </a:tr>
              <a:tr>
                <a:tc>
                  <a:txBody>
                    <a:bodyPr/>
                    <a:p>
                      <a:r>
                        <a:rPr lang="en-US"/>
                        <a:t>12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1.02</a:t>
                      </a:r>
                    </a:p>
                  </a:txBody>
                </a:tc>
              </a:tr>
              <a:tr>
                <a:tc>
                  <a:txBody>
                    <a:bodyPr/>
                    <a:p>
                      <a:r>
                        <a:rPr lang="en-US"/>
                        <a:t>13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0.98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TextBox"/>
          <p:cNvSpPr txBox="1"/>
          <p:nvPr/>
        </p:nvSpPr>
        <p:txBody>
          <a:bodyPr/>
          <a:p>
            <a:r>
              <a:rPr lang="en-US"/>
              <a:t>Taken March 20, 2024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txBody>
          <a:bodyPr/>
          <a:p>
            <a:r>
              <a:rPr lang="en-US"/>
              <a:t>Gain plot</a:t>
            </a:r>
          </a:p>
        </p:txBody>
      </p:sp>
      <p:pic>
        <p:nvPicPr>
          <p:cNvPr id="5" name="Picture"/>
          <p:cNvPicPr/>
          <p:nvPr/>
        </p:nvPicPr>
        <p:blipFill>
          <a:blip r:embed="rIdImg"/>
        </p:blipFill>
        <p:spPr/>
      </p:pic>
      <p:graphicFrame>
        <p:nvGraphicFramePr>
          <p:cNvPr id="7" name="Chart"/>
          <p:cNvGraphicFramePr/>
          <p:nvPr/>
        </p:nvGraphicFramePr>
        <a:graphic>
          <a:graphicData uri="http://schemas.openxmlformats.org/drawingml/2006/chart"/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txBody>
          <a:bodyPr/>
          <a:p>
            <a:r>
              <a:rPr lang="en-US"/>
              <a:t>Calibration issues</a:t>
            </a:r>
          </a:p>
        </p:txBody>
      </p:sp>
      <p:sp>
        <p:nvSpPr>
          <p:cNvPr id="3" name="Content"/>
          <p:cNvSpPr/>
          <p:nvPr>
            <p:ph idx="1"/>
          </p:nvPr>
        </p:nvSpPr>
        <p:txBody>
          <a:bodyPr/>
          <a:p>
            <a:r>
              <a:rPr lang="en-US"/>
              <a:t>Channel 12 is </a:t>
            </a:r>
            <a:r>
              <a:rPr lang="en-US" i="1"/>
              <a:t>noisy</a:t>
            </a:r>
          </a:p>
          <a:p>
            <a:r>
              <a:rPr lang="en-US"/>
              <a:t>Replace the connector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txBody>
          <a:bodyPr/>
          <a:p>
            <a:r>
              <a:rPr lang="en-US"/>
              <a:t>Analysis summary</a:t>
            </a:r>
          </a:p>
        </p:txBody>
      </p:sp>
      <p:sp>
        <p:nvSpPr>
          <p:cNvPr id="4" name="TextBox"/>
          <p:cNvSpPr txBox="1"/>
          <p:nvPr/>
        </p:nvSpPr>
        <p:txBody>
          <a:bodyPr/>
          <a:p>
            <a:r>
              <a:rPr lang="en-US"/>
              <a:t>3/28/2024 summary of the run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txBody>
          <a:bodyPr/>
          <a:p>
            <a:r>
              <a:rPr lang="en-US"/>
              <a:t>Next steps</a:t>
            </a:r>
          </a:p>
        </p:txBody>
      </p:sp>
      <p:sp>
        <p:nvSpPr>
          <p:cNvPr id="3" name="Content"/>
          <p:cNvSpPr/>
          <p:nvPr>
            <p:ph idx="1"/>
          </p:nvPr>
        </p:nvSpPr>
        <p:txBody>
          <a:bodyPr/>
          <a:p>
            <a:r>
              <a:rPr lang="en-US"/>
              <a:t>Repeat with shielding</a:t>
            </a:r>
          </a:p>
          <a:p>
            <a:r>
              <a:rPr lang="en-US"/>
              <a:t>Write up for the group meeting</a:t>
            </a:r>
          </a:p>
        </p:txBody>
      </p:sp>
    </p:spTree>
  </p:cSld>
  <p:transition spd="med">
    <p:fade/>
  </p:transition>
</p:sld>
</file>